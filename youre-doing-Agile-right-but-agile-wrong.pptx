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2"/>
  </p:notesMasterIdLst>
  <p:sldIdLst>
    <p:sldId id="257" r:id="rId2"/>
    <p:sldId id="285" r:id="rId3"/>
    <p:sldId id="326" r:id="rId4"/>
    <p:sldId id="369" r:id="rId5"/>
    <p:sldId id="410" r:id="rId6"/>
    <p:sldId id="463" r:id="rId7"/>
    <p:sldId id="535" r:id="rId8"/>
    <p:sldId id="534" r:id="rId9"/>
    <p:sldId id="400" r:id="rId10"/>
    <p:sldId id="33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02A"/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1" autoAdjust="0"/>
    <p:restoredTop sz="96353" autoAdjust="0"/>
  </p:normalViewPr>
  <p:slideViewPr>
    <p:cSldViewPr snapToGrid="0">
      <p:cViewPr varScale="1">
        <p:scale>
          <a:sx n="109" d="100"/>
          <a:sy n="109" d="100"/>
        </p:scale>
        <p:origin x="6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8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6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4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E416-918C-40E0-F4C0-167C81F6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02523-13D5-9779-2205-0D0C787D4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93CFB-86D0-BAB2-2AD5-03B647D41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26FD-9F43-3F06-1F54-392A0F67D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32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3EDB-B3E0-49F6-85FA-C2B4D5BD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C60E6-ACDA-EBBE-F38A-D062864F4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D46A0-6F3A-66DE-B90E-468BDD474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39732-FA96-7A98-FA9E-E97B5D594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87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www.red-gate.com/hub/events/friends-of-rg/friend/ScottSauber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7425"/>
            <a:ext cx="12192000" cy="6783149"/>
          </a:xfrm>
        </p:spPr>
        <p:txBody>
          <a:bodyPr anchor="ctr">
            <a:normAutofit/>
          </a:bodyPr>
          <a:lstStyle/>
          <a:p>
            <a: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You’re Doing Agile Right</a:t>
            </a:r>
            <a:b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77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But agile wrong</a:t>
            </a:r>
            <a:endParaRPr lang="en-US" sz="45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F464C5-3076-4402-9791-59D524AC8DC8}"/>
              </a:ext>
            </a:extLst>
          </p:cNvPr>
          <p:cNvGrpSpPr/>
          <p:nvPr/>
        </p:nvGrpSpPr>
        <p:grpSpPr>
          <a:xfrm>
            <a:off x="10178979" y="6262845"/>
            <a:ext cx="2106544" cy="474323"/>
            <a:chOff x="9994831" y="6185410"/>
            <a:chExt cx="2106544" cy="474323"/>
          </a:xfrm>
        </p:grpSpPr>
        <p:pic>
          <p:nvPicPr>
            <p:cNvPr id="6" name="Picture 2" descr="Image result for twitter logo">
              <a:extLst>
                <a:ext uri="{FF2B5EF4-FFF2-40B4-BE49-F238E27FC236}">
                  <a16:creationId xmlns:a16="http://schemas.microsoft.com/office/drawing/2014/main" id="{BF5CBA11-98FF-4FEC-A8EF-50E5FADF0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67602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9B9DABC1-AB03-4BB4-80DE-95414137804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2" descr="Image result for twitter logo">
              <a:extLst>
                <a:ext uri="{FF2B5EF4-FFF2-40B4-BE49-F238E27FC236}">
                  <a16:creationId xmlns:a16="http://schemas.microsoft.com/office/drawing/2014/main" id="{9312450C-A15A-4CF9-8CFC-DDCA027CB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90606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276410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4873"/>
          </a:xfrm>
        </p:spPr>
        <p:txBody>
          <a:bodyPr>
            <a:normAutofit/>
          </a:bodyPr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7767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4108"/>
          </a:xfrm>
        </p:spPr>
        <p:txBody>
          <a:bodyPr>
            <a:normAutofit/>
          </a:bodyPr>
          <a:lstStyle/>
          <a:p>
            <a:r>
              <a:rPr lang="en-US" dirty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56808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endParaRPr lang="en-US" dirty="0">
              <a:hlinkClick r:id="rId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931341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93" y="4692048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949724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949723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959710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81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617ACB-7FD9-7C41-D4CC-A91CD6DF1C3F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Account Organization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736C5B-EFAE-E40B-A0EF-60FFB114E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230" y="873911"/>
            <a:ext cx="6345869" cy="52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1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D0DD-76D3-DAC5-DCEB-839498D7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C30F-8A47-FB1D-EE8D-579A8314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7C51-1796-42EA-F5CB-A5DD8E252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Show the Agile Manifesto</a:t>
            </a:r>
          </a:p>
          <a:p>
            <a:r>
              <a:rPr lang="en-US" dirty="0"/>
              <a:t>You need to be Fluid, Nimble, Lean – Agile is dead</a:t>
            </a:r>
          </a:p>
          <a:p>
            <a:r>
              <a:rPr lang="en-US" dirty="0"/>
              <a:t>We aren’t measuring what matters. On Time. Within Budget. Within Scope. We aren’t measuring value</a:t>
            </a:r>
          </a:p>
          <a:p>
            <a:r>
              <a:rPr lang="en-US" dirty="0"/>
              <a:t>Apple iPhone</a:t>
            </a:r>
          </a:p>
          <a:p>
            <a:r>
              <a:rPr lang="en-US" dirty="0" err="1"/>
              <a:t>SAFe</a:t>
            </a:r>
            <a:r>
              <a:rPr lang="en-US" dirty="0"/>
              <a:t> image – where’s the customer?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74C101-0B92-3C30-24A5-DC5AD79D325D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Account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347619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9F25-16BB-F788-08C6-58B1D236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03CF-FDBB-65BF-C3F4-ED261FDE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65BE-E4D3-95FF-0D03-8FD68F69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TODO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C6AADD-664D-2B9C-9995-05913E094E7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D0B9D65-1E58-AB42-DE76-A79D0087F41B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A1E316-F6BE-3F71-45A7-FD2D0A8BC03A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696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495" y="619712"/>
            <a:ext cx="9139304" cy="5772924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ssauber@leantechniques.com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@scottsauber.com on Bluesky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             @scottsauber on Twitter</a:t>
            </a:r>
            <a:br>
              <a:rPr lang="en-US" sz="1800" dirty="0">
                <a:solidFill>
                  <a:schemeClr val="bg1"/>
                </a:solidFill>
                <a:latin typeface="+mn-lt"/>
              </a:rPr>
            </a:b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C7B134-F373-5096-3631-336CE013F949}"/>
              </a:ext>
            </a:extLst>
          </p:cNvPr>
          <p:cNvGrpSpPr/>
          <p:nvPr/>
        </p:nvGrpSpPr>
        <p:grpSpPr>
          <a:xfrm>
            <a:off x="10151901" y="6255713"/>
            <a:ext cx="2130724" cy="474323"/>
            <a:chOff x="9970651" y="6185410"/>
            <a:chExt cx="2130724" cy="474323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B1F15C01-A94B-195C-44DF-926DB370EDD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0804DA-6ABF-AAEB-9D14-398461D41A8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8E5FD21F-C39A-94A5-4964-C7E61D39F93C}"/>
              </a:ext>
            </a:extLst>
          </p:cNvPr>
          <p:cNvSpPr txBox="1">
            <a:spLocks/>
          </p:cNvSpPr>
          <p:nvPr/>
        </p:nvSpPr>
        <p:spPr>
          <a:xfrm>
            <a:off x="7281212" y="602286"/>
            <a:ext cx="4072587" cy="1728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chemeClr val="bg1"/>
                </a:solidFill>
                <a:latin typeface="+mn-lt"/>
              </a:rPr>
              <a:t>Schedule time with me to ask questions: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5AB09D-50FD-72F6-0007-DD31A97A5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942" y="2005749"/>
            <a:ext cx="3052504" cy="305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0D3713-F3EF-9907-AE2C-81CAE8EE1032}"/>
              </a:ext>
            </a:extLst>
          </p:cNvPr>
          <p:cNvGrpSpPr/>
          <p:nvPr/>
        </p:nvGrpSpPr>
        <p:grpSpPr>
          <a:xfrm>
            <a:off x="10151901" y="6255713"/>
            <a:ext cx="2130724" cy="474323"/>
            <a:chOff x="9970651" y="6185410"/>
            <a:chExt cx="2130724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C058655-0A4D-A435-8AF1-E64E0CA276B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3CAB7E-EB4B-279D-5799-DD0F5243C89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2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2376B32-20EA-0C2E-8529-B3DD0295F79D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</p:spTree>
    <p:extLst>
      <p:ext uri="{BB962C8B-B14F-4D97-AF65-F5344CB8AC3E}">
        <p14:creationId xmlns:p14="http://schemas.microsoft.com/office/powerpoint/2010/main" val="1819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48041</TotalTime>
  <Words>153</Words>
  <Application>Microsoft Office PowerPoint</Application>
  <PresentationFormat>Widescreen</PresentationFormat>
  <Paragraphs>52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Office Theme</vt:lpstr>
      <vt:lpstr>You’re Doing Agile Right But agile wrong</vt:lpstr>
      <vt:lpstr>Audience</vt:lpstr>
      <vt:lpstr>Agenda</vt:lpstr>
      <vt:lpstr>Goals</vt:lpstr>
      <vt:lpstr>Who am I? </vt:lpstr>
      <vt:lpstr>PowerPoint Presentation</vt:lpstr>
      <vt:lpstr>Ideas</vt:lpstr>
      <vt:lpstr>Takeaways</vt:lpstr>
      <vt:lpstr>Questions?              ssauber@leantechniques.com              @scottsauber.com on Bluesky              @scottsauber on Twitter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Most Common Azure Mistakes</dc:title>
  <dc:creator>Scott Sauber</dc:creator>
  <cp:lastModifiedBy>Sauber, Scott</cp:lastModifiedBy>
  <cp:revision>461</cp:revision>
  <dcterms:created xsi:type="dcterms:W3CDTF">2020-03-08T20:31:35Z</dcterms:created>
  <dcterms:modified xsi:type="dcterms:W3CDTF">2025-10-12T02:44:45Z</dcterms:modified>
</cp:coreProperties>
</file>